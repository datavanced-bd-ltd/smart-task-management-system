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56512" y="1005840"/>
            <a:ext cx="9448495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548640" rIns="548640" rtlCol="0" anchor="ctr"/>
          <a:lstStyle/>
          <a:p>
            <a:pPr algn="ctr">
              <a:spcAft>
                <a:spcPts val="1400"/>
              </a:spcAft>
              <a:defRPr sz="3600" b="1">
                <a:solidFill>
                  <a:srgbClr val="F8FAFC"/>
                </a:solidFill>
              </a:defRPr>
            </a:pPr>
            <a:r>
              <a:rPr dirty="0"/>
              <a:t>Smart Task Management System</a:t>
            </a:r>
          </a:p>
          <a:p>
            <a:pPr>
              <a:spcAft>
                <a:spcPts val="3000"/>
              </a:spcAft>
              <a:defRPr sz="1600">
                <a:solidFill>
                  <a:srgbClr val="94A3B8"/>
                </a:solidFill>
              </a:defRPr>
            </a:pPr>
            <a:r>
              <a:rPr dirty="0"/>
              <a:t>Production-grade, role-aware full-stack architecture built with ASP.NET Core 10, Angular 22, Clean Architecture, SQL Server &amp; Local </a:t>
            </a:r>
            <a:r>
              <a:rPr dirty="0" err="1"/>
              <a:t>Ollama</a:t>
            </a:r>
            <a:r>
              <a:rPr dirty="0"/>
              <a:t> AI Integration.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0" y="4507104"/>
            <a:ext cx="2468880" cy="1005841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Backend API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ASP.NET Core 10 &amp; EF Core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4507104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rPr dirty="0"/>
              <a:t>Frontend Client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rPr dirty="0"/>
              <a:t>Angular 22 Standalone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4507105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AI Provider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Ollama / Gemma 3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Clean Architecture (Modular Monolith)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Api Layer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HTTP Controllers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Middleware (Exceptions)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Swagger / OpenAPI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CORS &amp; Rate Limiting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Live/Ready Health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2. Application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Business Use Cases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DTO Requests &amp; Responses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FluentValidation Rules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Resource Authorization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DB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3. Domain Layer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TaskItem, Project, User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Domain Enums (Status/Role)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Custom Domain Exceptions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Business Entity Rules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Pure C#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4.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EF Core 10 DbContext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SQL Server Migrations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JWT &amp; Refresh Token Hash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Ollama AI Provider Adapter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Database Seeding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SECURITY &amp;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Defense-in-Depth Security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JWT &amp; Rotating Refresh Tokens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Short-Lived Access Tokens: 15-minute JWT bearer token for API authorization.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HttpOnly Refresh Cookies: Secured with SameSite=Strict &amp; Secure flags to eliminate XSS risks.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SHA-256 Hash Storage: Raw refresh tokens are never persisted; only SHA-256 hashes are stored.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Token Family Rotation: Token reuse detection automatically revokes the entire token family.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Role-Based Access Control (RBAC)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Admin: Global project, task, and user member management capabilities.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Project Manager: Full management of owned projects and assigned team members.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Team Member: Access member projects and update status ONLY on assigned tasks.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Authoritative Backend: Security logic enforced in Application services, independent of UI action hiding.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FUNCTIONAL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Projects, Tasks &amp; Scoped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Project Module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Ownership boundary checks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Friendly member lookup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Member search by name/email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Paginated project listing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Task Module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Status transitions (To Do, In Progress, Completed, Cancelled)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Priority levels (Low, Med, High, Critical)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Task assignment / reassignment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Keyword &amp; date filtering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Dashboard &amp; Metrics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Scoped user statistics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Tasks grouped by status/priority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Completed vs Pending ratio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Upcoming due tasks (7 days)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Smart Task Description Improvement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Ollama / Gemma 3 Provider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Integration: Standard /api/chat endpoint calling local Ollama instance.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Prompt Rules: Corrects grammar, improves clarity, enforces professional tone, and generates actionable details.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Response Parsing: Strictly validates model output before returning clean text to client.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Resilience &amp; Fallback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Interface Abstraction: Service implement IAiTaskDescriptionService for pluggability.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Timeout Protection: Configured via IHttpClientFactory with custom cancellation tokens.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Graceful Degradation: Provider failure returns standardized 503 error response without leaking internal diagnostics.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Automated Testing &amp; Code Quality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Backend Automated Tests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69 / 69 PASSED (xUnit test suite)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Comprehensive coverage of Application services, authorization, DTO mappings, and FluentValidation.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645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Frontend Automated Tests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65 / 65 PASSED (Vitest runner)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Validates standalone Angular components, reactive forms, auth guards, interceptors, and mock API 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72865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Infrastructure &amp; Engineering Practices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FluentValidation: Enforces strict request payloads before reaching domain services.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Serilog Structured Logging: Full request context logging with console sink.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Global Exception Handler: Unified error response envelope across all endpoints.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Deliverables &amp; Production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Summary of Submission Deliverables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✓ Clean Architecture Solution: Production-ready backend and responsive Angular client.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✓ 100% Automated Test Passing Rate: 69 backend xUnit tests + 65 frontend Vitest tests.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✓ Comprehensive Documentation: README.md, PROMPTS.md, and step-by-step review-plan.md.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✓ Database &amp; API Artifacts: EF Core migrations and Swagger / OpenAPI exports.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✓ Security Verification: JWT, HttpOnly refresh token rotation, CORS, and rate limiting.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705</Words>
  <Application>Microsoft Office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Md. Mehedi Hasan</cp:lastModifiedBy>
  <cp:revision>2</cp:revision>
  <dcterms:created xsi:type="dcterms:W3CDTF">2013-01-27T09:14:16Z</dcterms:created>
  <dcterms:modified xsi:type="dcterms:W3CDTF">2026-08-28T08:55:33Z</dcterms:modified>
  <cp:category/>
</cp:coreProperties>
</file>